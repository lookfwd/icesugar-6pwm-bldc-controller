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D3D9F-7D75-47E8-FC93-DE842B9955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037B68-903C-0AC5-9B00-8F33696EF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369BB2-FBD9-C005-9D38-BEEC053A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3BA4F-F58A-DBC2-0565-A8432083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24125-27C5-54DF-BFF4-C16527351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10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7B5C2-875A-7620-0B98-2970A1599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6D8CA-7D77-5BC7-1B66-87781945B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6505B-3694-2F43-5A45-38FE07F4B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CAD2E-E88F-D770-34BD-C83F77032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D74C2-7E4A-3F58-2264-D9832F5C4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6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390F4-2D8C-A0E0-CDBC-816B9B43A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A929F-A41E-2DD3-12ED-EC78DECAC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6E562-FB39-CF43-196B-4A9838EC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E4834-4CE1-2E9D-1AD9-0D9810F06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F551E-42BA-D112-DC5E-98A3B65B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07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3B2E-98BF-FB04-7F06-8B1AE139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D1049-1137-9E61-9436-1FF004FE71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B8D95-7AE8-938A-B260-E4F147E34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E3961-F580-9F6A-699F-A73A3F852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52173-3736-391D-40E9-756E7D37D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061861-CC5A-D76C-2B3C-DDE0B62EF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039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1CE5F-5678-071B-E6C5-CC6A4E64D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48A20-72DC-4447-3E9F-2516F51ED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F30F5-2CDA-D1CB-4CEF-F601D3210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1C9B-7BEC-0ECD-9106-FC6BF4A713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D9510-0B14-9B5D-E2C5-1061848E8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CDBEF5-88E3-6F90-041C-855F5AAB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12BC5-EA8E-4DEE-66C0-041C1CA7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748843-E539-2B79-A3F0-2A8D8474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44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54F52-44B6-83FC-4EE1-38A78CCF9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81CC6-3CC3-D79D-FBE6-7028C4FF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E3653F-18E4-C44C-7FC7-6FB8F67FA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5107D2-29AC-5963-ED84-B00596B2D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820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FDE372-F07E-809D-FA77-5C4AA9B1D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AD71A6-C618-E07D-08F8-44B85CB72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FAF6F-C2B0-54FD-4714-34D9ECA4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93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198D-36DE-566A-625A-CABD68BC9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294E0-BAA2-C7A5-016B-EC62D1B4B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32DFB-6247-0DDA-2B9C-604B73F8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EDA76-F0EF-20A3-93C4-E18EEE89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BE29E-D14B-E33B-B975-4A69F07DA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9EE64-E1C5-22D6-AAF2-0CE1B4F1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886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99CD-3DFB-DFC3-2675-742C3B1D5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0F0A1-2CA8-6F7B-B71F-4C6CF67D88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CC796A-C24A-5004-AF95-61F505594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DFF56-87E2-8252-2498-6D6978D29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A9F99-E143-13AB-CAEB-C916AFF4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FDF0F-9B7F-2F82-3767-C5C2ED48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72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1852-BFE7-77C6-87C2-1485FA1AF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9527B8-5837-B8BA-0F4B-0804340D21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1A350-53DC-9895-A057-5267B2E0B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30D79-602A-3EFA-CD56-275F9FD6A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BE161-175B-489F-5CAE-7380A282F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06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67F1EB-110C-717D-D53E-0431FAD0A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54533-6D03-951F-199B-27EAD6061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F2805-354D-185F-C948-905FFF6E6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84A15-603E-2833-1136-327C3DBA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2336-4495-7246-AB8E-A12FCDFC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2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94FAC8-33B4-8078-670D-E9F5F3F7C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1D9C9C-70B8-1A80-7E27-CC74179CEC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D432B-E38A-60B2-975F-557E82D640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E237A7-AF6F-BE4F-AB6C-27C2CD8E7F2D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A304E-CC47-CF97-FD09-0FA56D3E4A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EFFF9-B39F-4391-131C-8B5FE36CBF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46F4C-0A58-0D49-BD4E-0083D939F6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CDA5ED-FA96-E97A-086F-FD2DCDDD53F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6562" y="803189"/>
            <a:ext cx="10979739" cy="5066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1EC6ED-11E7-C3E5-F080-A32E1E9E5057}"/>
              </a:ext>
            </a:extLst>
          </p:cNvPr>
          <p:cNvSpPr txBox="1"/>
          <p:nvPr/>
        </p:nvSpPr>
        <p:spPr>
          <a:xfrm>
            <a:off x="4917989" y="3966519"/>
            <a:ext cx="3816109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ESP32-S3-DevKitC-1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BE3FB6-526F-96EF-B904-47A4F35D1E9B}"/>
              </a:ext>
            </a:extLst>
          </p:cNvPr>
          <p:cNvSpPr txBox="1"/>
          <p:nvPr/>
        </p:nvSpPr>
        <p:spPr>
          <a:xfrm>
            <a:off x="3447535" y="2409568"/>
            <a:ext cx="104708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GND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C43F7-7603-4B32-BD2B-D0EBA150C790}"/>
              </a:ext>
            </a:extLst>
          </p:cNvPr>
          <p:cNvSpPr txBox="1"/>
          <p:nvPr/>
        </p:nvSpPr>
        <p:spPr>
          <a:xfrm>
            <a:off x="8531959" y="803189"/>
            <a:ext cx="40427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+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37E2B3-D546-6D9E-CA3E-995CC6B5A4F7}"/>
              </a:ext>
            </a:extLst>
          </p:cNvPr>
          <p:cNvSpPr txBox="1"/>
          <p:nvPr/>
        </p:nvSpPr>
        <p:spPr>
          <a:xfrm>
            <a:off x="7395138" y="864973"/>
            <a:ext cx="426720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77BB18-74B9-B735-DE94-32970677B01B}"/>
              </a:ext>
            </a:extLst>
          </p:cNvPr>
          <p:cNvSpPr txBox="1"/>
          <p:nvPr/>
        </p:nvSpPr>
        <p:spPr>
          <a:xfrm>
            <a:off x="6851441" y="1075038"/>
            <a:ext cx="433132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579F4B-3406-04D4-8121-723ED8F1A5E6}"/>
              </a:ext>
            </a:extLst>
          </p:cNvPr>
          <p:cNvSpPr txBox="1"/>
          <p:nvPr/>
        </p:nvSpPr>
        <p:spPr>
          <a:xfrm>
            <a:off x="6258317" y="1309816"/>
            <a:ext cx="468398" cy="58477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54095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Dimitrios Kouzis-Loukas</dc:creator>
  <cp:lastModifiedBy>Dimitrios Kouzis-Loukas</cp:lastModifiedBy>
  <cp:revision>3</cp:revision>
  <cp:lastPrinted>2026-06-02T06:12:43Z</cp:lastPrinted>
  <dcterms:created xsi:type="dcterms:W3CDTF">2026-06-02T06:07:57Z</dcterms:created>
  <dcterms:modified xsi:type="dcterms:W3CDTF">2026-06-02T06:15:26Z</dcterms:modified>
</cp:coreProperties>
</file>